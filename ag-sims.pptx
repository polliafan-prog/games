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9/a5AZE+mbN4AyE60bh6vg==" hashData="YNjIAXcTnYyXGu2iKF3qwvp1rHD6nx2GzfQ47YxPV9x0Fcp2z149FrbBBF8J9w4a4DBDac+yioHhYiWA1Y7co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681"/>
  </p:normalViewPr>
  <p:slideViewPr>
    <p:cSldViewPr snapToGrid="0">
      <p:cViewPr varScale="1">
        <p:scale>
          <a:sx n="108" d="100"/>
          <a:sy n="108" d="100"/>
        </p:scale>
        <p:origin x="2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10B34-0C90-2A41-98F3-7ED9DBBAD2D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2BA77-2059-724A-B1C6-E549F6E3DC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55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2BA77-2059-724A-B1C6-E549F6E3DC9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D80F3-D1BE-0FC6-D218-4C025E926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212E53-243E-9C78-C60B-64D8174EB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DC6315-7C68-B1FE-2054-9E313412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3EFFCA-D86E-F325-BF4B-E2F1F009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08546-7E9C-BAC9-1479-B5D9F93E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05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CDBCC-A340-35B1-87A0-BA9197B5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5D325-B887-09A3-2521-3960CC48C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EDCBB8-EADD-9F38-6500-863CEBFF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F08C6-6917-F5A4-8BAB-C37F8E69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E5A8E-39A6-6DF3-A744-AB1DB013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0025A-F8D0-D14E-8DD1-2868D2E4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5B850E-A9C9-27CC-420E-ECF20550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62B360-89D8-50F7-BE9F-14A05AE2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F728CD-506B-DC56-BD66-7FFD5A51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8D887E-F06F-F930-F49D-A513DC19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91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71C37-1E00-220D-BBDD-61D27C05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A1612-2598-9CD7-9505-A5D3722EF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D1BCCB-D783-324D-F2C1-D842D45F1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649389-51C0-F70F-2101-D4ECB2B1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9EF610-B699-70A0-E431-3C63A9C4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9A3FAF-B43B-640D-BC2C-4C4A1D6A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99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AEAC7-CDB9-3CD5-F1B5-009C2517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504246-88A1-625F-5B25-8840795E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C8ED1D-295C-4EC8-DA86-C816ED418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C99084-DB48-14B0-AFD9-DED67273D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45C28D-7FD7-52F2-6D71-CAFEE4885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2AECFB-236C-4CF1-CC7F-B93C35A4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B3DF337-1460-79F3-9136-E6A62B9F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07C559-462D-25F3-6F2E-467191E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3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DBE5C-8190-CDE9-712B-44731E25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2DC824-ED1E-C9ED-ECDB-3DA236F8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861EE-D5F8-832C-FB86-E3395CA9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551606-AF88-BCD0-86FF-4E622BAC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28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9107BB-E32E-C111-FAC2-E699DC4F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233ED4-B9F6-2507-4450-7E75370D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AA4599-6316-D1B3-76EB-816B012C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62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AF50B-ED29-2414-E802-4927D31E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B1B20-E944-3DE8-EC6C-4A084D82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AC479-C565-9BF9-58D2-AD9A5CFB6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622F1-BD42-344D-5ADC-5E7AACF4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82B2FE-336E-ED7E-B22E-70E6F47D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8D1FE0-B0FC-1536-47BF-CD3D2E08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4C006-9810-4D46-3828-ECD1558D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232B33-3513-AE30-EE8D-BDCA103EA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54B694-91DD-8403-1001-A05A407CF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8BFA19-4055-2215-0071-882A85D4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42FE24-4516-DF28-E247-BBC5C1B8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39C067-DFBA-4341-C51A-28DEF222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37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AAB6B-706A-DD1E-4FCD-E8FEB738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62EFA5-C730-AAF0-A501-F66C809B1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7BAE25-A5F3-94B0-3167-E8CFF550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30A83-BBF6-903D-A68F-383DF998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4CFFA9-5BC4-00E5-24EF-6AD9A96F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35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486CD5-6DDE-911D-3BE3-649EB4DD3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4F357D-05D6-646F-516D-52AA9D9E4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3F23C7-84EC-9EBF-9A9A-B578039D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55E99-1D8E-B09F-905A-D8D99B21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B1EF9D-6DC2-E223-3592-F1441AB0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51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82B00-4760-11E0-44C5-880B6BE1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4E4FC0-2BC4-6624-C7A6-288A2ADEF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137F6A-9E4B-2BBE-6770-AFBE99DA0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D0F8C-7469-E348-BB05-B2383C8EE15A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111AC8-2B25-1658-81C9-D9B7057A1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F9ABC-35E6-7A4A-80BC-4C1E22A82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07766-B20A-D54F-BDAA-2EA453216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39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polliafania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slide" Target="slide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21" Type="http://schemas.microsoft.com/office/2007/relationships/hdphoto" Target="../media/hdphoto5.wdp"/><Relationship Id="rId34" Type="http://schemas.openxmlformats.org/officeDocument/2006/relationships/image" Target="../media/image25.png"/><Relationship Id="rId42" Type="http://schemas.openxmlformats.org/officeDocument/2006/relationships/image" Target="../media/image29.png"/><Relationship Id="rId47" Type="http://schemas.openxmlformats.org/officeDocument/2006/relationships/image" Target="../media/image34.png"/><Relationship Id="rId50" Type="http://schemas.openxmlformats.org/officeDocument/2006/relationships/image" Target="../media/image37.png"/><Relationship Id="rId55" Type="http://schemas.openxmlformats.org/officeDocument/2006/relationships/image" Target="../media/image42.png"/><Relationship Id="rId6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audio" Target="../media/audio1.wav"/><Relationship Id="rId16" Type="http://schemas.openxmlformats.org/officeDocument/2006/relationships/image" Target="../media/image15.png"/><Relationship Id="rId29" Type="http://schemas.microsoft.com/office/2007/relationships/hdphoto" Target="../media/hdphoto9.wdp"/><Relationship Id="rId11" Type="http://schemas.openxmlformats.org/officeDocument/2006/relationships/image" Target="../media/image11.png"/><Relationship Id="rId24" Type="http://schemas.openxmlformats.org/officeDocument/2006/relationships/image" Target="../media/image20.png"/><Relationship Id="rId32" Type="http://schemas.openxmlformats.org/officeDocument/2006/relationships/image" Target="../media/image24.png"/><Relationship Id="rId37" Type="http://schemas.microsoft.com/office/2007/relationships/hdphoto" Target="../media/hdphoto13.wdp"/><Relationship Id="rId40" Type="http://schemas.openxmlformats.org/officeDocument/2006/relationships/image" Target="../media/image28.png"/><Relationship Id="rId45" Type="http://schemas.openxmlformats.org/officeDocument/2006/relationships/image" Target="../media/image32.png"/><Relationship Id="rId53" Type="http://schemas.openxmlformats.org/officeDocument/2006/relationships/image" Target="../media/image40.png"/><Relationship Id="rId58" Type="http://schemas.openxmlformats.org/officeDocument/2006/relationships/image" Target="../media/image45.png"/><Relationship Id="rId5" Type="http://schemas.openxmlformats.org/officeDocument/2006/relationships/image" Target="../media/image7.png"/><Relationship Id="rId61" Type="http://schemas.openxmlformats.org/officeDocument/2006/relationships/image" Target="../media/image48.png"/><Relationship Id="rId19" Type="http://schemas.microsoft.com/office/2007/relationships/hdphoto" Target="../media/hdphoto4.wdp"/><Relationship Id="rId14" Type="http://schemas.openxmlformats.org/officeDocument/2006/relationships/image" Target="../media/image13.png"/><Relationship Id="rId22" Type="http://schemas.openxmlformats.org/officeDocument/2006/relationships/image" Target="../media/image19.png"/><Relationship Id="rId27" Type="http://schemas.microsoft.com/office/2007/relationships/hdphoto" Target="../media/hdphoto8.wdp"/><Relationship Id="rId30" Type="http://schemas.openxmlformats.org/officeDocument/2006/relationships/image" Target="../media/image23.png"/><Relationship Id="rId35" Type="http://schemas.microsoft.com/office/2007/relationships/hdphoto" Target="../media/hdphoto12.wdp"/><Relationship Id="rId43" Type="http://schemas.openxmlformats.org/officeDocument/2006/relationships/image" Target="../media/image30.png"/><Relationship Id="rId48" Type="http://schemas.openxmlformats.org/officeDocument/2006/relationships/image" Target="../media/image35.png"/><Relationship Id="rId56" Type="http://schemas.openxmlformats.org/officeDocument/2006/relationships/image" Target="../media/image43.png"/><Relationship Id="rId64" Type="http://schemas.openxmlformats.org/officeDocument/2006/relationships/image" Target="../media/image51.png"/><Relationship Id="rId8" Type="http://schemas.microsoft.com/office/2007/relationships/hdphoto" Target="../media/hdphoto1.wdp"/><Relationship Id="rId51" Type="http://schemas.openxmlformats.org/officeDocument/2006/relationships/image" Target="../media/image38.png"/><Relationship Id="rId3" Type="http://schemas.openxmlformats.org/officeDocument/2006/relationships/audio" Target="../media/audio2.wav"/><Relationship Id="rId12" Type="http://schemas.microsoft.com/office/2007/relationships/hdphoto" Target="../media/hdphoto3.wdp"/><Relationship Id="rId17" Type="http://schemas.openxmlformats.org/officeDocument/2006/relationships/image" Target="../media/image16.png"/><Relationship Id="rId25" Type="http://schemas.microsoft.com/office/2007/relationships/hdphoto" Target="../media/hdphoto7.wdp"/><Relationship Id="rId33" Type="http://schemas.microsoft.com/office/2007/relationships/hdphoto" Target="../media/hdphoto11.wdp"/><Relationship Id="rId38" Type="http://schemas.openxmlformats.org/officeDocument/2006/relationships/image" Target="../media/image27.png"/><Relationship Id="rId46" Type="http://schemas.openxmlformats.org/officeDocument/2006/relationships/image" Target="../media/image33.png"/><Relationship Id="rId59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microsoft.com/office/2007/relationships/hdphoto" Target="../media/hdphoto15.wdp"/><Relationship Id="rId54" Type="http://schemas.openxmlformats.org/officeDocument/2006/relationships/image" Target="../media/image41.png"/><Relationship Id="rId6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microsoft.com/office/2007/relationships/hdphoto" Target="../media/hdphoto6.wdp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49" Type="http://schemas.openxmlformats.org/officeDocument/2006/relationships/image" Target="../media/image36.png"/><Relationship Id="rId57" Type="http://schemas.openxmlformats.org/officeDocument/2006/relationships/image" Target="../media/image44.png"/><Relationship Id="rId10" Type="http://schemas.microsoft.com/office/2007/relationships/hdphoto" Target="../media/hdphoto2.wdp"/><Relationship Id="rId31" Type="http://schemas.microsoft.com/office/2007/relationships/hdphoto" Target="../media/hdphoto10.wdp"/><Relationship Id="rId44" Type="http://schemas.openxmlformats.org/officeDocument/2006/relationships/image" Target="../media/image31.png"/><Relationship Id="rId52" Type="http://schemas.openxmlformats.org/officeDocument/2006/relationships/image" Target="../media/image39.png"/><Relationship Id="rId60" Type="http://schemas.openxmlformats.org/officeDocument/2006/relationships/image" Target="../media/image47.png"/><Relationship Id="rId65" Type="http://schemas.openxmlformats.org/officeDocument/2006/relationships/image" Target="../media/image52.png"/><Relationship Id="rId4" Type="http://schemas.openxmlformats.org/officeDocument/2006/relationships/image" Target="../media/image6.jpg"/><Relationship Id="rId9" Type="http://schemas.openxmlformats.org/officeDocument/2006/relationships/image" Target="../media/image10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microsoft.com/office/2007/relationships/hdphoto" Target="../media/hdphoto14.wdp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21" Type="http://schemas.microsoft.com/office/2007/relationships/hdphoto" Target="../media/hdphoto19.wdp"/><Relationship Id="rId34" Type="http://schemas.openxmlformats.org/officeDocument/2006/relationships/image" Target="../media/image25.png"/><Relationship Id="rId42" Type="http://schemas.openxmlformats.org/officeDocument/2006/relationships/image" Target="../media/image29.png"/><Relationship Id="rId47" Type="http://schemas.openxmlformats.org/officeDocument/2006/relationships/image" Target="../media/image34.png"/><Relationship Id="rId50" Type="http://schemas.openxmlformats.org/officeDocument/2006/relationships/image" Target="../media/image37.png"/><Relationship Id="rId55" Type="http://schemas.openxmlformats.org/officeDocument/2006/relationships/image" Target="../media/image42.png"/><Relationship Id="rId6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audio" Target="../media/audio1.wav"/><Relationship Id="rId16" Type="http://schemas.openxmlformats.org/officeDocument/2006/relationships/image" Target="../media/image15.png"/><Relationship Id="rId29" Type="http://schemas.microsoft.com/office/2007/relationships/hdphoto" Target="../media/hdphoto22.wdp"/><Relationship Id="rId11" Type="http://schemas.openxmlformats.org/officeDocument/2006/relationships/image" Target="../media/image11.png"/><Relationship Id="rId24" Type="http://schemas.openxmlformats.org/officeDocument/2006/relationships/image" Target="../media/image20.png"/><Relationship Id="rId32" Type="http://schemas.openxmlformats.org/officeDocument/2006/relationships/image" Target="../media/image24.png"/><Relationship Id="rId37" Type="http://schemas.microsoft.com/office/2007/relationships/hdphoto" Target="../media/hdphoto26.wdp"/><Relationship Id="rId40" Type="http://schemas.openxmlformats.org/officeDocument/2006/relationships/image" Target="../media/image28.png"/><Relationship Id="rId45" Type="http://schemas.openxmlformats.org/officeDocument/2006/relationships/image" Target="../media/image32.png"/><Relationship Id="rId53" Type="http://schemas.openxmlformats.org/officeDocument/2006/relationships/image" Target="../media/image40.png"/><Relationship Id="rId58" Type="http://schemas.openxmlformats.org/officeDocument/2006/relationships/image" Target="../media/image45.png"/><Relationship Id="rId5" Type="http://schemas.openxmlformats.org/officeDocument/2006/relationships/image" Target="../media/image7.png"/><Relationship Id="rId61" Type="http://schemas.openxmlformats.org/officeDocument/2006/relationships/image" Target="../media/image48.png"/><Relationship Id="rId19" Type="http://schemas.microsoft.com/office/2007/relationships/hdphoto" Target="../media/hdphoto4.wdp"/><Relationship Id="rId14" Type="http://schemas.openxmlformats.org/officeDocument/2006/relationships/image" Target="../media/image13.png"/><Relationship Id="rId22" Type="http://schemas.openxmlformats.org/officeDocument/2006/relationships/image" Target="../media/image19.png"/><Relationship Id="rId27" Type="http://schemas.microsoft.com/office/2007/relationships/hdphoto" Target="../media/hdphoto21.wdp"/><Relationship Id="rId30" Type="http://schemas.openxmlformats.org/officeDocument/2006/relationships/image" Target="../media/image23.png"/><Relationship Id="rId35" Type="http://schemas.microsoft.com/office/2007/relationships/hdphoto" Target="../media/hdphoto25.wdp"/><Relationship Id="rId43" Type="http://schemas.openxmlformats.org/officeDocument/2006/relationships/image" Target="../media/image30.png"/><Relationship Id="rId48" Type="http://schemas.openxmlformats.org/officeDocument/2006/relationships/image" Target="../media/image35.png"/><Relationship Id="rId56" Type="http://schemas.openxmlformats.org/officeDocument/2006/relationships/image" Target="../media/image43.png"/><Relationship Id="rId64" Type="http://schemas.openxmlformats.org/officeDocument/2006/relationships/image" Target="../media/image51.png"/><Relationship Id="rId8" Type="http://schemas.microsoft.com/office/2007/relationships/hdphoto" Target="../media/hdphoto16.wdp"/><Relationship Id="rId51" Type="http://schemas.openxmlformats.org/officeDocument/2006/relationships/image" Target="../media/image38.png"/><Relationship Id="rId3" Type="http://schemas.openxmlformats.org/officeDocument/2006/relationships/audio" Target="../media/audio2.wav"/><Relationship Id="rId12" Type="http://schemas.microsoft.com/office/2007/relationships/hdphoto" Target="../media/hdphoto18.wdp"/><Relationship Id="rId17" Type="http://schemas.openxmlformats.org/officeDocument/2006/relationships/image" Target="../media/image16.png"/><Relationship Id="rId25" Type="http://schemas.microsoft.com/office/2007/relationships/hdphoto" Target="../media/hdphoto7.wdp"/><Relationship Id="rId33" Type="http://schemas.microsoft.com/office/2007/relationships/hdphoto" Target="../media/hdphoto24.wdp"/><Relationship Id="rId38" Type="http://schemas.openxmlformats.org/officeDocument/2006/relationships/image" Target="../media/image27.png"/><Relationship Id="rId46" Type="http://schemas.openxmlformats.org/officeDocument/2006/relationships/image" Target="../media/image33.png"/><Relationship Id="rId59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microsoft.com/office/2007/relationships/hdphoto" Target="../media/hdphoto28.wdp"/><Relationship Id="rId54" Type="http://schemas.openxmlformats.org/officeDocument/2006/relationships/image" Target="../media/image41.png"/><Relationship Id="rId6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microsoft.com/office/2007/relationships/hdphoto" Target="../media/hdphoto20.wdp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49" Type="http://schemas.openxmlformats.org/officeDocument/2006/relationships/image" Target="../media/image36.png"/><Relationship Id="rId57" Type="http://schemas.openxmlformats.org/officeDocument/2006/relationships/image" Target="../media/image44.png"/><Relationship Id="rId10" Type="http://schemas.microsoft.com/office/2007/relationships/hdphoto" Target="../media/hdphoto17.wdp"/><Relationship Id="rId31" Type="http://schemas.microsoft.com/office/2007/relationships/hdphoto" Target="../media/hdphoto23.wdp"/><Relationship Id="rId44" Type="http://schemas.openxmlformats.org/officeDocument/2006/relationships/image" Target="../media/image31.png"/><Relationship Id="rId52" Type="http://schemas.openxmlformats.org/officeDocument/2006/relationships/image" Target="../media/image39.png"/><Relationship Id="rId60" Type="http://schemas.openxmlformats.org/officeDocument/2006/relationships/image" Target="../media/image47.png"/><Relationship Id="rId65" Type="http://schemas.openxmlformats.org/officeDocument/2006/relationships/image" Target="../media/image52.png"/><Relationship Id="rId4" Type="http://schemas.openxmlformats.org/officeDocument/2006/relationships/image" Target="../media/image53.jpg"/><Relationship Id="rId9" Type="http://schemas.openxmlformats.org/officeDocument/2006/relationships/image" Target="../media/image10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microsoft.com/office/2007/relationships/hdphoto" Target="../media/hdphoto27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одежда, человек, Человеческое лицо, мода&#10;&#10;Контент, сгенерированный ИИ, может содержать ошибки.">
            <a:hlinkClick r:id="rId4" action="ppaction://hlinksldjump"/>
            <a:extLst>
              <a:ext uri="{FF2B5EF4-FFF2-40B4-BE49-F238E27FC236}">
                <a16:creationId xmlns:a16="http://schemas.microsoft.com/office/drawing/2014/main" id="{89DD5E14-1813-955C-0403-F20FF1048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642" y="1635162"/>
            <a:ext cx="2759665" cy="5222838"/>
          </a:xfrm>
          <a:prstGeom prst="rect">
            <a:avLst/>
          </a:prstGeom>
        </p:spPr>
      </p:pic>
      <p:pic>
        <p:nvPicPr>
          <p:cNvPr id="7" name="Рисунок 6" descr="Изображение выглядит как одежда, человек, шея, Человеческое лицо&#10;&#10;Контент, сгенерированный ИИ, может содержать ошибки.">
            <a:hlinkClick r:id="rId6" action="ppaction://hlinksldjump"/>
            <a:extLst>
              <a:ext uri="{FF2B5EF4-FFF2-40B4-BE49-F238E27FC236}">
                <a16:creationId xmlns:a16="http://schemas.microsoft.com/office/drawing/2014/main" id="{B6C1DD97-CB79-CFC1-9E4B-7A858F4064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5789" y="1183341"/>
            <a:ext cx="2773569" cy="567465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Графика, логотип&#10;&#10;Контент, сгенерированный ИИ, может содержать ошибки.">
            <a:hlinkClick r:id="rId8"/>
            <a:extLst>
              <a:ext uri="{FF2B5EF4-FFF2-40B4-BE49-F238E27FC236}">
                <a16:creationId xmlns:a16="http://schemas.microsoft.com/office/drawing/2014/main" id="{AA512717-2347-3EE6-1FE6-AB4CECF7C0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3200" y="4670237"/>
            <a:ext cx="1625600" cy="64135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9086F2E-7963-C749-C97C-28EC457776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2791" y="753874"/>
            <a:ext cx="2108498" cy="154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6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искусство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D7717F-EEB9-9118-35EA-487FF7DB5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529" y="2347458"/>
            <a:ext cx="1103993" cy="110399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9453B-86EB-0967-E822-A5A448732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867" y="5600421"/>
            <a:ext cx="279747" cy="957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6C1306-E1B7-9733-194B-6A71932877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2279" y="5526803"/>
            <a:ext cx="279748" cy="169321"/>
          </a:xfrm>
          <a:prstGeom prst="rect">
            <a:avLst/>
          </a:prstGeom>
        </p:spPr>
      </p:pic>
      <p:pic>
        <p:nvPicPr>
          <p:cNvPr id="9" name="Рисунок 8" descr="Изображение выглядит как желтый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C801FC6-CF75-5311-934D-B1B71B935A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1692" y="5423739"/>
            <a:ext cx="279747" cy="27238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17CCA0-A20E-2FBD-10F1-A5F87EB90A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1104" y="5335398"/>
            <a:ext cx="279746" cy="3607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7676CE-DCF8-1C23-755F-BBF23A53C3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2278" y="5526803"/>
            <a:ext cx="279748" cy="169321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желтый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35BD8C-AE36-E5AE-3342-E24BB735C5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1691" y="5423738"/>
            <a:ext cx="279747" cy="272385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E8688CB-6EF3-005E-32BC-F4DD3BEB09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1103" y="5335397"/>
            <a:ext cx="279746" cy="360726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снимок экрана, Цвет электрик, синий, во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764760-5875-592A-0D8E-EAF8601686A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5905" y="4311440"/>
            <a:ext cx="6645194" cy="207620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Шрифт, снимок экран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1A5A8B-E0F2-AF4E-042D-1BB9DBD50A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61691" y="2599269"/>
            <a:ext cx="2825750" cy="122555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DA050EC-0025-E4E4-45DB-28AA844245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9807" y="4556783"/>
            <a:ext cx="354031" cy="721422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Симметрия, строительство, искус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B9132A-207E-2240-0673-77A8BF46E4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2505" y="4556783"/>
            <a:ext cx="354031" cy="721422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Карминный цвет, череп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415B23D-B4E3-0D9F-F945-FB00DA93E36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0720" y="4556783"/>
            <a:ext cx="347351" cy="721422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6EE7DA-4530-1FCD-125B-3FA9ADE6118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2255" y="4556783"/>
            <a:ext cx="360711" cy="721422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искусство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6DCAA0-7678-115E-F941-F41A376CFCD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27821" y="4556783"/>
            <a:ext cx="354031" cy="721422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еда, желтый, Быстрое пита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E7A2F5-BEE6-D915-9217-0E97CEC0484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6707" y="4550103"/>
            <a:ext cx="354031" cy="728102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5ABBD56-43F2-8C7B-9064-768FBD5C601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9807" y="5369337"/>
            <a:ext cx="360711" cy="728102"/>
          </a:xfrm>
          <a:prstGeom prst="rect">
            <a:avLst/>
          </a:prstGeom>
        </p:spPr>
      </p:pic>
      <p:pic>
        <p:nvPicPr>
          <p:cNvPr id="36" name="Рисунок 35" descr="Изображение выглядит как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76495F0-991F-3858-9A23-0261A0E7A86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2505" y="5369337"/>
            <a:ext cx="360711" cy="728102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искусство, Карминный цвет, сердце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F69446A-94FD-5886-F803-CB2BBD56D3D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16286" y="5369337"/>
            <a:ext cx="354031" cy="728102"/>
          </a:xfrm>
          <a:prstGeom prst="rect">
            <a:avLst/>
          </a:prstGeom>
        </p:spPr>
      </p:pic>
      <p:pic>
        <p:nvPicPr>
          <p:cNvPr id="40" name="Рисунок 39" descr="Изображение выглядит как Творчество, искусство, Бумага для творчества, реме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9B3718-78E4-20BF-469F-70E8C5AA0BC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172" y="5369337"/>
            <a:ext cx="354031" cy="728102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9367757-C108-24FB-709C-CBF1E64A89F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6707" y="5369337"/>
            <a:ext cx="354031" cy="728102"/>
          </a:xfrm>
          <a:prstGeom prst="rect">
            <a:avLst/>
          </a:prstGeom>
        </p:spPr>
      </p:pic>
      <p:pic>
        <p:nvPicPr>
          <p:cNvPr id="44" name="Рисунок 43" descr="Изображение выглядит как напиток, кофейная чашка, Предметы сервировки, соус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7B7C0F5-411A-3A06-DAB4-E1B2BDD22E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0720" y="5369337"/>
            <a:ext cx="360711" cy="728102"/>
          </a:xfrm>
          <a:prstGeom prst="rect">
            <a:avLst/>
          </a:prstGeom>
        </p:spPr>
      </p:pic>
      <p:pic>
        <p:nvPicPr>
          <p:cNvPr id="45" name="Рисунок 44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B1452B-5740-0620-D48A-501AEF3F3A5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39807" y="4556783"/>
            <a:ext cx="354031" cy="721422"/>
          </a:xfrm>
          <a:prstGeom prst="rect">
            <a:avLst/>
          </a:prstGeom>
        </p:spPr>
      </p:pic>
      <p:pic>
        <p:nvPicPr>
          <p:cNvPr id="46" name="Рисунок 45" descr="Изображение выглядит как Симметрия, строительство, искус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A66389-C90D-5589-65DE-B9407864B9F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362505" y="4556783"/>
            <a:ext cx="354031" cy="721422"/>
          </a:xfrm>
          <a:prstGeom prst="rect">
            <a:avLst/>
          </a:prstGeom>
        </p:spPr>
      </p:pic>
      <p:pic>
        <p:nvPicPr>
          <p:cNvPr id="47" name="Рисунок 46" descr="Изображение выглядит как Карминный цвет, череп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B4346E-0BFF-0ADD-5EBE-BA470E55E2A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80720" y="4556783"/>
            <a:ext cx="347351" cy="721422"/>
          </a:xfrm>
          <a:prstGeom prst="rect">
            <a:avLst/>
          </a:prstGeom>
        </p:spPr>
      </p:pic>
      <p:pic>
        <p:nvPicPr>
          <p:cNvPr id="48" name="Рисунок 47" descr="Изображение выглядит как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E506C2-28E4-A037-A270-CC963116B3B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992255" y="4556783"/>
            <a:ext cx="360711" cy="721422"/>
          </a:xfrm>
          <a:prstGeom prst="rect">
            <a:avLst/>
          </a:prstGeom>
        </p:spPr>
      </p:pic>
      <p:pic>
        <p:nvPicPr>
          <p:cNvPr id="49" name="Рисунок 48" descr="Изображение выглядит как искусство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BB5EA6-AE3E-59E5-7CF1-20777AFF0EC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27821" y="4556783"/>
            <a:ext cx="354031" cy="721422"/>
          </a:xfrm>
          <a:prstGeom prst="rect">
            <a:avLst/>
          </a:prstGeom>
        </p:spPr>
      </p:pic>
      <p:pic>
        <p:nvPicPr>
          <p:cNvPr id="50" name="Рисунок 49" descr="Изображение выглядит как еда, желтый, Быстрое пита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07E6F98-3DDB-C138-0C39-21560EB27FA0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56707" y="4550103"/>
            <a:ext cx="354031" cy="728102"/>
          </a:xfrm>
          <a:prstGeom prst="rect">
            <a:avLst/>
          </a:prstGeom>
        </p:spPr>
      </p:pic>
      <p:pic>
        <p:nvPicPr>
          <p:cNvPr id="51" name="Рисунок 50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8CF93A-3535-FABF-50B1-5CDD9373007F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539807" y="5369337"/>
            <a:ext cx="360711" cy="728102"/>
          </a:xfrm>
          <a:prstGeom prst="rect">
            <a:avLst/>
          </a:prstGeom>
        </p:spPr>
      </p:pic>
      <p:pic>
        <p:nvPicPr>
          <p:cNvPr id="52" name="Рисунок 51" descr="Изображение выглядит как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7B7462-5257-FFB3-ED00-17A292079F53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62505" y="5369337"/>
            <a:ext cx="360711" cy="728102"/>
          </a:xfrm>
          <a:prstGeom prst="rect">
            <a:avLst/>
          </a:prstGeom>
        </p:spPr>
      </p:pic>
      <p:pic>
        <p:nvPicPr>
          <p:cNvPr id="53" name="Рисунок 52" descr="Изображение выглядит как искусство, Карминный цвет, сердце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D6A479-F52A-FF34-783D-6E5A57605611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016286" y="5369337"/>
            <a:ext cx="354031" cy="728102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ворчество, искусство, Бумага для творчества, реме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0860AAB-D01C-6815-E524-2DCB427BF306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845172" y="5369337"/>
            <a:ext cx="354031" cy="728102"/>
          </a:xfrm>
          <a:prstGeom prst="rect">
            <a:avLst/>
          </a:prstGeom>
        </p:spPr>
      </p:pic>
      <p:pic>
        <p:nvPicPr>
          <p:cNvPr id="55" name="Рисунок 54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A13C40D-2CBA-2659-F05B-CE7C6B9C3AB9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656707" y="5369337"/>
            <a:ext cx="354031" cy="728102"/>
          </a:xfrm>
          <a:prstGeom prst="rect">
            <a:avLst/>
          </a:prstGeom>
        </p:spPr>
      </p:pic>
      <p:pic>
        <p:nvPicPr>
          <p:cNvPr id="56" name="Рисунок 55" descr="Изображение выглядит как напиток, кофейная чашка, Предметы сервировки, соус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F1ED5A-BEEA-51BA-BB2D-36D936AC7BA9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180720" y="5369337"/>
            <a:ext cx="360711" cy="728102"/>
          </a:xfrm>
          <a:prstGeom prst="rect">
            <a:avLst/>
          </a:prstGeom>
        </p:spPr>
      </p:pic>
      <p:pic>
        <p:nvPicPr>
          <p:cNvPr id="63" name="Рисунок 62" descr="Изображение выглядит как символ, искусство, фла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E73E92-3000-C7E1-F5AE-44D44F5BFCC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288807" y="760561"/>
            <a:ext cx="1614386" cy="3255680"/>
          </a:xfrm>
          <a:prstGeom prst="rect">
            <a:avLst/>
          </a:prstGeom>
        </p:spPr>
      </p:pic>
      <p:pic>
        <p:nvPicPr>
          <p:cNvPr id="65" name="Рисунок 64" descr="Изображение выглядит как Симметрия, искусство, строитель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F169309-9CEE-C8BB-4F09-0AF4059F72AD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288807" y="769548"/>
            <a:ext cx="1614386" cy="3292259"/>
          </a:xfrm>
          <a:prstGeom prst="rect">
            <a:avLst/>
          </a:prstGeom>
        </p:spPr>
      </p:pic>
      <p:pic>
        <p:nvPicPr>
          <p:cNvPr id="67" name="Рисунок 66" descr="Изображение выглядит как Карминный цвет, череп, мультфильм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CF21CB-7A41-0C3C-8B00-769AD248F2C7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288807" y="744826"/>
            <a:ext cx="1620219" cy="3341701"/>
          </a:xfrm>
          <a:prstGeom prst="rect">
            <a:avLst/>
          </a:prstGeom>
        </p:spPr>
      </p:pic>
      <p:pic>
        <p:nvPicPr>
          <p:cNvPr id="69" name="Рисунок 68" descr="Изображение выглядит как лопата, инстр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CB4F536-D487-5F3E-8C83-4F9D712C7BC2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67479" y="727537"/>
            <a:ext cx="1657042" cy="3341701"/>
          </a:xfrm>
          <a:prstGeom prst="rect">
            <a:avLst/>
          </a:prstGeom>
        </p:spPr>
      </p:pic>
      <p:pic>
        <p:nvPicPr>
          <p:cNvPr id="71" name="Рисунок 70" descr="Изображение выглядит как искусство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6610CC8-6AAC-3903-D501-6799918DEC1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284272" y="756977"/>
            <a:ext cx="1623456" cy="3292259"/>
          </a:xfrm>
          <a:prstGeom prst="rect">
            <a:avLst/>
          </a:prstGeom>
        </p:spPr>
      </p:pic>
      <p:pic>
        <p:nvPicPr>
          <p:cNvPr id="73" name="Рисунок 72" descr="Изображение выглядит как желтый, е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A72D16-0374-0519-26F6-FD26D2269D8F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308813" y="757228"/>
            <a:ext cx="1623456" cy="3292008"/>
          </a:xfrm>
          <a:prstGeom prst="rect">
            <a:avLst/>
          </a:prstGeom>
        </p:spPr>
      </p:pic>
      <p:pic>
        <p:nvPicPr>
          <p:cNvPr id="75" name="Рисунок 74" descr="Изображение выглядит как символ, искусство, синий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8ABFE63-2CAA-5A47-3600-E221148FF24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287509" y="756977"/>
            <a:ext cx="1628015" cy="3292008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4BC2F21B-ECD5-23A7-3703-2006127DE93C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265140" y="736181"/>
            <a:ext cx="1661720" cy="3341701"/>
          </a:xfrm>
          <a:prstGeom prst="rect">
            <a:avLst/>
          </a:prstGeom>
        </p:spPr>
      </p:pic>
      <p:pic>
        <p:nvPicPr>
          <p:cNvPr id="79" name="Рисунок 78" descr="Изображение выглядит как напиток, кофейная чашка, Сосуды для напитков, Предметы сервиров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1DDF5D-A2B8-13B3-33D4-C5C78962E379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262934" y="721858"/>
            <a:ext cx="1652590" cy="3341701"/>
          </a:xfrm>
          <a:prstGeom prst="rect">
            <a:avLst/>
          </a:prstGeom>
        </p:spPr>
      </p:pic>
      <p:pic>
        <p:nvPicPr>
          <p:cNvPr id="81" name="Рисунок 80" descr="Изображение выглядит как сердце, искусство, Карминный цвет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6BA3D9B-3D0A-FAE0-2A97-17D56A92E079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294474" y="756977"/>
            <a:ext cx="1625199" cy="3341701"/>
          </a:xfrm>
          <a:prstGeom prst="rect">
            <a:avLst/>
          </a:prstGeom>
        </p:spPr>
      </p:pic>
      <p:pic>
        <p:nvPicPr>
          <p:cNvPr id="83" name="Рисунок 82" descr="Изображение выглядит как искусство, Творчество, Бумага для творчества,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16EB152-E426-01D0-C48E-49E5B69F36AE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288030" y="731980"/>
            <a:ext cx="1644153" cy="3361788"/>
          </a:xfrm>
          <a:prstGeom prst="rect">
            <a:avLst/>
          </a:prstGeom>
        </p:spPr>
      </p:pic>
      <p:pic>
        <p:nvPicPr>
          <p:cNvPr id="87" name="Рисунок 86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49489DD-1948-92E8-5BFA-84B78F445A43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271371" y="731980"/>
            <a:ext cx="1644153" cy="336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5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2A1BF-B367-6A4A-F220-E9380396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искусство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F3D225-2E76-2707-9512-9D1B2564F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0763" y="2299473"/>
            <a:ext cx="1103993" cy="110399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44D29B-5AEE-16B9-9C25-677A39F5F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867" y="5600421"/>
            <a:ext cx="279747" cy="957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486D2B-2325-FDD2-098F-F335453D8B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2279" y="5526803"/>
            <a:ext cx="279748" cy="169321"/>
          </a:xfrm>
          <a:prstGeom prst="rect">
            <a:avLst/>
          </a:prstGeom>
        </p:spPr>
      </p:pic>
      <p:pic>
        <p:nvPicPr>
          <p:cNvPr id="9" name="Рисунок 8" descr="Изображение выглядит как желтый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C6C1B3A-2623-7493-AEAC-794017B0DD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1692" y="5423739"/>
            <a:ext cx="279747" cy="27238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5446AF9-EF89-79C6-2A87-AB7CEA3FA5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1104" y="5335398"/>
            <a:ext cx="279746" cy="3607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557D0B-FD41-E46C-C1E6-6CB2C2EC4A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2278" y="5526803"/>
            <a:ext cx="279748" cy="169321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желтый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C133591-98F5-5B55-E229-996B2096A1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1691" y="5423738"/>
            <a:ext cx="279747" cy="272385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5739C75-32E3-2A7B-04F9-893A6EB6AF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1103" y="5335397"/>
            <a:ext cx="279746" cy="360726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снимок экрана, Цвет электрик, синий, во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7FCC8B0-130D-A227-4D60-9F9BE8F540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5905" y="4311440"/>
            <a:ext cx="6645194" cy="207620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Шрифт, снимок экран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20F8D3E-3CF2-4DDA-1DA1-64A7EC24C4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3028" y="2790691"/>
            <a:ext cx="2825750" cy="122555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08D1B0-B31A-C697-D59B-E7B48027E4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9807" y="4556783"/>
            <a:ext cx="354031" cy="721422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Симметрия, строительство, искус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B3A92CF-CC75-7E04-88F3-FFA283E256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2505" y="4556783"/>
            <a:ext cx="354031" cy="721422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Карминный цвет, череп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21AD53-7E45-0C33-785B-6580A6BF497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0720" y="4556783"/>
            <a:ext cx="347351" cy="721422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18AC74E-0986-0DB9-7747-7D2E69AFF09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2255" y="4556783"/>
            <a:ext cx="360711" cy="721422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искусство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370E882-93F4-F766-A4EB-A44725990CF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27821" y="4556783"/>
            <a:ext cx="354031" cy="721422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еда, желтый, Быстрое пита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B19A40-A66A-A1F8-608A-A04C29135EE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6707" y="4550103"/>
            <a:ext cx="354031" cy="728102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6EF505-A23B-CC20-4E1F-D4E9FF4EA07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9807" y="5369337"/>
            <a:ext cx="360711" cy="728102"/>
          </a:xfrm>
          <a:prstGeom prst="rect">
            <a:avLst/>
          </a:prstGeom>
        </p:spPr>
      </p:pic>
      <p:pic>
        <p:nvPicPr>
          <p:cNvPr id="36" name="Рисунок 35" descr="Изображение выглядит как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58759D1-1C61-4AD0-9C9F-22953B03685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2505" y="5369337"/>
            <a:ext cx="360711" cy="728102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искусство, Карминный цвет, сердце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C89BB85-4F1A-4DBC-DB1C-F0BFD2D25C5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16286" y="5369337"/>
            <a:ext cx="354031" cy="728102"/>
          </a:xfrm>
          <a:prstGeom prst="rect">
            <a:avLst/>
          </a:prstGeom>
        </p:spPr>
      </p:pic>
      <p:pic>
        <p:nvPicPr>
          <p:cNvPr id="40" name="Рисунок 39" descr="Изображение выглядит как Творчество, искусство, Бумага для творчества, реме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38A004-B923-E90C-40D1-94A29350D1F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45172" y="5369337"/>
            <a:ext cx="354031" cy="728102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424180-EA52-14A8-FE52-84457CF0B6A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6707" y="5369337"/>
            <a:ext cx="354031" cy="728102"/>
          </a:xfrm>
          <a:prstGeom prst="rect">
            <a:avLst/>
          </a:prstGeom>
        </p:spPr>
      </p:pic>
      <p:pic>
        <p:nvPicPr>
          <p:cNvPr id="44" name="Рисунок 43" descr="Изображение выглядит как напиток, кофейная чашка, Предметы сервировки, соус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F0A93E-AFB9-3D51-32F6-F0A0502CE28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0720" y="5369337"/>
            <a:ext cx="360711" cy="728102"/>
          </a:xfrm>
          <a:prstGeom prst="rect">
            <a:avLst/>
          </a:prstGeom>
        </p:spPr>
      </p:pic>
      <p:pic>
        <p:nvPicPr>
          <p:cNvPr id="45" name="Рисунок 44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E97A3D-B9E4-2087-CDA3-A4FDD6574902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39807" y="4556783"/>
            <a:ext cx="354031" cy="721422"/>
          </a:xfrm>
          <a:prstGeom prst="rect">
            <a:avLst/>
          </a:prstGeom>
        </p:spPr>
      </p:pic>
      <p:pic>
        <p:nvPicPr>
          <p:cNvPr id="46" name="Рисунок 45" descr="Изображение выглядит как Симметрия, строительство, искус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BB5043E-994B-C3BA-DCFC-2437BFE7EC9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362505" y="4556783"/>
            <a:ext cx="354031" cy="721422"/>
          </a:xfrm>
          <a:prstGeom prst="rect">
            <a:avLst/>
          </a:prstGeom>
        </p:spPr>
      </p:pic>
      <p:pic>
        <p:nvPicPr>
          <p:cNvPr id="47" name="Рисунок 46" descr="Изображение выглядит как Карминный цвет, череп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ADCC65D-6FE7-58C3-19EA-8CFD2D43E45A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80720" y="4556783"/>
            <a:ext cx="347351" cy="721422"/>
          </a:xfrm>
          <a:prstGeom prst="rect">
            <a:avLst/>
          </a:prstGeom>
        </p:spPr>
      </p:pic>
      <p:pic>
        <p:nvPicPr>
          <p:cNvPr id="48" name="Рисунок 47" descr="Изображение выглядит как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02B52E9-4D42-C670-7ABE-34FBCB7BDD1D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992255" y="4556783"/>
            <a:ext cx="360711" cy="721422"/>
          </a:xfrm>
          <a:prstGeom prst="rect">
            <a:avLst/>
          </a:prstGeom>
        </p:spPr>
      </p:pic>
      <p:pic>
        <p:nvPicPr>
          <p:cNvPr id="49" name="Рисунок 48" descr="Изображение выглядит как искусство, зарисо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851F0C-AABC-57F5-B6F4-170D03AF7DB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27821" y="4556783"/>
            <a:ext cx="354031" cy="721422"/>
          </a:xfrm>
          <a:prstGeom prst="rect">
            <a:avLst/>
          </a:prstGeom>
        </p:spPr>
      </p:pic>
      <p:pic>
        <p:nvPicPr>
          <p:cNvPr id="50" name="Рисунок 49" descr="Изображение выглядит как еда, желтый, Быстрое пита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34A051-D679-946D-850E-C9866213BB9A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56707" y="4550103"/>
            <a:ext cx="354031" cy="728102"/>
          </a:xfrm>
          <a:prstGeom prst="rect">
            <a:avLst/>
          </a:prstGeom>
        </p:spPr>
      </p:pic>
      <p:pic>
        <p:nvPicPr>
          <p:cNvPr id="51" name="Рисунок 50" descr="Изображение выглядит как символ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BA9852-9796-AFC1-DD0E-B28BCCDEC99E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539807" y="5369337"/>
            <a:ext cx="360711" cy="728102"/>
          </a:xfrm>
          <a:prstGeom prst="rect">
            <a:avLst/>
          </a:prstGeom>
        </p:spPr>
      </p:pic>
      <p:pic>
        <p:nvPicPr>
          <p:cNvPr id="52" name="Рисунок 51" descr="Изображение выглядит как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88D807-D900-6CC0-1CC6-B5C305FD0225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62505" y="5369337"/>
            <a:ext cx="360711" cy="728102"/>
          </a:xfrm>
          <a:prstGeom prst="rect">
            <a:avLst/>
          </a:prstGeom>
        </p:spPr>
      </p:pic>
      <p:pic>
        <p:nvPicPr>
          <p:cNvPr id="53" name="Рисунок 52" descr="Изображение выглядит как искусство, Карминный цвет, сердце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47714CD-78A2-BCC8-1DA2-B35D43EAB504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016286" y="5369337"/>
            <a:ext cx="354031" cy="728102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ворчество, искусство, Бумага для творчества, реме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BE0E297-505C-81B7-C782-CEE350ADEBF9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845172" y="5369337"/>
            <a:ext cx="354031" cy="728102"/>
          </a:xfrm>
          <a:prstGeom prst="rect">
            <a:avLst/>
          </a:prstGeom>
        </p:spPr>
      </p:pic>
      <p:pic>
        <p:nvPicPr>
          <p:cNvPr id="55" name="Рисунок 54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4F80E5-7598-BE21-6462-B9A576E1E6A2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656707" y="5369337"/>
            <a:ext cx="354031" cy="728102"/>
          </a:xfrm>
          <a:prstGeom prst="rect">
            <a:avLst/>
          </a:prstGeom>
        </p:spPr>
      </p:pic>
      <p:pic>
        <p:nvPicPr>
          <p:cNvPr id="56" name="Рисунок 55" descr="Изображение выглядит как напиток, кофейная чашка, Предметы сервировки, соус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6131CB8-E836-A0BD-6D9A-8D7181AAADA8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180720" y="5369337"/>
            <a:ext cx="360711" cy="728102"/>
          </a:xfrm>
          <a:prstGeom prst="rect">
            <a:avLst/>
          </a:prstGeom>
        </p:spPr>
      </p:pic>
      <p:pic>
        <p:nvPicPr>
          <p:cNvPr id="63" name="Рисунок 62" descr="Изображение выглядит как символ, искусство, фла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D4D2B8-D500-C4C8-3027-4F199D491B11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288807" y="760561"/>
            <a:ext cx="1614386" cy="3255680"/>
          </a:xfrm>
          <a:prstGeom prst="rect">
            <a:avLst/>
          </a:prstGeom>
        </p:spPr>
      </p:pic>
      <p:pic>
        <p:nvPicPr>
          <p:cNvPr id="65" name="Рисунок 64" descr="Изображение выглядит как Симметрия, искусство, строительство, окн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A3C945-D12B-C1F2-3A53-3498E2BACFD2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288807" y="769548"/>
            <a:ext cx="1614386" cy="3292259"/>
          </a:xfrm>
          <a:prstGeom prst="rect">
            <a:avLst/>
          </a:prstGeom>
        </p:spPr>
      </p:pic>
      <p:pic>
        <p:nvPicPr>
          <p:cNvPr id="67" name="Рисунок 66" descr="Изображение выглядит как Карминный цвет, череп, мультфильм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2551046-4E3A-11CC-EF8C-A6891E40ACDF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288807" y="744826"/>
            <a:ext cx="1620219" cy="3341701"/>
          </a:xfrm>
          <a:prstGeom prst="rect">
            <a:avLst/>
          </a:prstGeom>
        </p:spPr>
      </p:pic>
      <p:pic>
        <p:nvPicPr>
          <p:cNvPr id="69" name="Рисунок 68" descr="Изображение выглядит как лопата, инстр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0DCC40-3D2A-A947-5FBB-38E242D85F73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67479" y="727537"/>
            <a:ext cx="1657042" cy="3341701"/>
          </a:xfrm>
          <a:prstGeom prst="rect">
            <a:avLst/>
          </a:prstGeom>
        </p:spPr>
      </p:pic>
      <p:pic>
        <p:nvPicPr>
          <p:cNvPr id="71" name="Рисунок 70" descr="Изображение выглядит как искусство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763F9C9-160E-CDE5-5739-64D2F576539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284272" y="756977"/>
            <a:ext cx="1623456" cy="3292259"/>
          </a:xfrm>
          <a:prstGeom prst="rect">
            <a:avLst/>
          </a:prstGeom>
        </p:spPr>
      </p:pic>
      <p:pic>
        <p:nvPicPr>
          <p:cNvPr id="73" name="Рисунок 72" descr="Изображение выглядит как желтый, е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2035314-DD9A-3081-178D-FC1A53EDE3E7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308813" y="757228"/>
            <a:ext cx="1623456" cy="3292008"/>
          </a:xfrm>
          <a:prstGeom prst="rect">
            <a:avLst/>
          </a:prstGeom>
        </p:spPr>
      </p:pic>
      <p:pic>
        <p:nvPicPr>
          <p:cNvPr id="75" name="Рисунок 74" descr="Изображение выглядит как символ, искусство, синий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CFC849E-7174-B0BD-FF8A-52F31521A686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287509" y="756977"/>
            <a:ext cx="1628015" cy="3292008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F222B50C-6274-2AB7-E52F-EEC5523597BF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265140" y="736181"/>
            <a:ext cx="1661720" cy="3341701"/>
          </a:xfrm>
          <a:prstGeom prst="rect">
            <a:avLst/>
          </a:prstGeom>
        </p:spPr>
      </p:pic>
      <p:pic>
        <p:nvPicPr>
          <p:cNvPr id="79" name="Рисунок 78" descr="Изображение выглядит как напиток, кофейная чашка, Сосуды для напитков, Предметы сервиров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686828-797E-B47F-CD57-127A67ED970C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262934" y="721858"/>
            <a:ext cx="1652590" cy="3341701"/>
          </a:xfrm>
          <a:prstGeom prst="rect">
            <a:avLst/>
          </a:prstGeom>
        </p:spPr>
      </p:pic>
      <p:pic>
        <p:nvPicPr>
          <p:cNvPr id="81" name="Рисунок 80" descr="Изображение выглядит как сердце, искусство, Карминный цвет, День святого Валент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A34D675-FCE4-E5FA-5532-D35EC3BD07A4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294474" y="756977"/>
            <a:ext cx="1625199" cy="3341701"/>
          </a:xfrm>
          <a:prstGeom prst="rect">
            <a:avLst/>
          </a:prstGeom>
        </p:spPr>
      </p:pic>
      <p:pic>
        <p:nvPicPr>
          <p:cNvPr id="83" name="Рисунок 82" descr="Изображение выглядит как искусство, Творчество, Бумага для творчества, оригам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DED951-2074-C21E-8ED5-3B897D2D9C99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288030" y="731980"/>
            <a:ext cx="1644153" cy="3361788"/>
          </a:xfrm>
          <a:prstGeom prst="rect">
            <a:avLst/>
          </a:prstGeom>
        </p:spPr>
      </p:pic>
      <p:pic>
        <p:nvPicPr>
          <p:cNvPr id="87" name="Рисунок 86" descr="Изображение выглядит как гри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4AFEADD-9F47-23CF-6843-AFFCE703DAA5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271371" y="731980"/>
            <a:ext cx="1644153" cy="336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</Words>
  <Application>Microsoft Macintosh PowerPoint</Application>
  <PresentationFormat>Широкоэкранный</PresentationFormat>
  <Paragraphs>1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Афанасьева Полина</dc:creator>
  <cp:lastModifiedBy>Афанасьева Полина</cp:lastModifiedBy>
  <cp:revision>2</cp:revision>
  <dcterms:created xsi:type="dcterms:W3CDTF">2026-02-26T14:40:48Z</dcterms:created>
  <dcterms:modified xsi:type="dcterms:W3CDTF">2026-02-27T05:11:09Z</dcterms:modified>
</cp:coreProperties>
</file>